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Vision in Real-World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Healthcare • Surveillance • Autonomous Vehicles • Agriculture • Retail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Computer Vision?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Enables computers to understand images and videos</a:t>
            </a:r>
          </a:p>
          <a:p>
            <a:pPr>
              <a:defRPr sz="2400"/>
            </a:pPr>
            <a:r>
              <a:t>• Uses AI, image processing and machine learning</a:t>
            </a:r>
          </a:p>
          <a:p>
            <a:pPr>
              <a:defRPr sz="2400"/>
            </a:pPr>
            <a:r>
              <a:t>• Applications in many industries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Detects diseases from X-rays/MRI</a:t>
            </a:r>
          </a:p>
          <a:p>
            <a:pPr>
              <a:defRPr sz="2400"/>
            </a:pPr>
            <a:r>
              <a:t>• Assists doctors in diagnosis</a:t>
            </a:r>
          </a:p>
          <a:p>
            <a:pPr>
              <a:defRPr sz="2400"/>
            </a:pPr>
            <a:r>
              <a:t>• Monitors patients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Face recognition</a:t>
            </a:r>
          </a:p>
          <a:p>
            <a:pPr>
              <a:defRPr sz="2400"/>
            </a:pPr>
            <a:r>
              <a:t>• Intrusion detection</a:t>
            </a:r>
          </a:p>
          <a:p>
            <a:pPr>
              <a:defRPr sz="2400"/>
            </a:pPr>
            <a:r>
              <a:t>• Traffic monitoring</a:t>
            </a:r>
          </a:p>
          <a:p>
            <a:pPr>
              <a:defRPr sz="2400"/>
            </a:pPr>
            <a:r>
              <a:t>• Smart city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Lane detection</a:t>
            </a:r>
          </a:p>
          <a:p>
            <a:pPr>
              <a:defRPr sz="2400"/>
            </a:pPr>
            <a:r>
              <a:t>• Object &amp; pedestrian detection</a:t>
            </a:r>
          </a:p>
          <a:p>
            <a:pPr>
              <a:defRPr sz="2400"/>
            </a:pPr>
            <a:r>
              <a:t>• Traffic sign recognition</a:t>
            </a:r>
          </a:p>
          <a:p>
            <a:pPr>
              <a:defRPr sz="2400"/>
            </a:pPr>
            <a:r>
              <a:t>• Collision avoidance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Crop disease detection</a:t>
            </a:r>
          </a:p>
          <a:p>
            <a:pPr>
              <a:defRPr sz="2400"/>
            </a:pPr>
            <a:r>
              <a:t>• Weed identification</a:t>
            </a:r>
          </a:p>
          <a:p>
            <a:pPr>
              <a:defRPr sz="2400"/>
            </a:pPr>
            <a:r>
              <a:t>• Yield estimation</a:t>
            </a:r>
          </a:p>
          <a:p>
            <a:pPr>
              <a:defRPr sz="2400"/>
            </a:pPr>
            <a:r>
              <a:t>• Drone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Automated checkout</a:t>
            </a:r>
          </a:p>
          <a:p>
            <a:pPr>
              <a:defRPr sz="2400"/>
            </a:pPr>
            <a:r>
              <a:t>• Inventory management</a:t>
            </a:r>
          </a:p>
          <a:p>
            <a:pPr>
              <a:defRPr sz="2400"/>
            </a:pPr>
            <a:r>
              <a:t>• Customer behavior analysis</a:t>
            </a:r>
          </a:p>
          <a:p>
            <a:pPr>
              <a:defRPr sz="2400"/>
            </a:pPr>
            <a:r>
              <a:t>• Shelf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Poor lighting</a:t>
            </a:r>
          </a:p>
          <a:p>
            <a:pPr>
              <a:defRPr sz="2400"/>
            </a:pPr>
            <a:r>
              <a:t>• Occlusion</a:t>
            </a:r>
          </a:p>
          <a:p>
            <a:pPr>
              <a:defRPr sz="2400"/>
            </a:pPr>
            <a:r>
              <a:t>• Privacy concerns</a:t>
            </a:r>
          </a:p>
          <a:p>
            <a:pPr>
              <a:defRPr sz="2400"/>
            </a:pPr>
            <a:r>
              <a:t>• High computation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Computer Vision improves efficiency and accuracy</a:t>
            </a:r>
          </a:p>
          <a:p>
            <a:pPr>
              <a:defRPr sz="2400"/>
            </a:pPr>
            <a:r>
              <a:t>• Future: AI-powered smart systems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